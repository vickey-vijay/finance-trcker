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7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2697480"/>
            <a:ext cx="201168" cy="5029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" name="Shape 2"/>
          <p:cNvSpPr/>
          <p:nvPr/>
        </p:nvSpPr>
        <p:spPr>
          <a:xfrm>
            <a:off x="1399032" y="2331720"/>
            <a:ext cx="201168" cy="8686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Shape 3"/>
          <p:cNvSpPr/>
          <p:nvPr/>
        </p:nvSpPr>
        <p:spPr>
          <a:xfrm>
            <a:off x="1700784" y="1965960"/>
            <a:ext cx="201168" cy="12344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2331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SmartEdit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487168" y="32918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An Intelligent Personal Finance Web App for Indian Salaried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87168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8F0"/>
                </a:solidFill>
              </a:rPr>
              <a:t>Mid-Semester Project Review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Student: Shyam Sundar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Research Area: NLP · Personal Finance · AI Advisory · Behavioral Finance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37960" y="1783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78040" y="1554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Objectives &amp; Scope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697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System Architecture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926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78040" y="2697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Methodology — Parsing &amp; NLP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3840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AI Advisory &amp; RAG Chatbot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4069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3840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Application Walkthrough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212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17320" y="4983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Progress &amp; Demo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498348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5212080"/>
            <a:ext cx="457200" cy="45720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78040" y="49834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</a:rPr>
              <a:t>Plan to Completion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7"/>
                </a:solidFill>
              </a:rPr>
              <a:t>Where did the money go?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1457B8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480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End of month.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</a:rPr>
              <a:t>Rs.12,400 left in the account. You remember the rent and a few grocery runs. The rest — Swiggy, random UPI transfers, a forgotten subscription — is a blur.
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</a:rPr>
              <a:t>The statement is right there as a PDF. But 80 rows of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‘POS-4521-RELIANCE’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</a:rPr>
              <a:t> and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‘UPI-SWIGGY-OKAXIS’</a:t>
            </a:r>
            <a:pPr indent="0" marL="0">
              <a:buNone/>
            </a:pPr>
            <a:r>
              <a:rPr lang="en-US" sz="1400" dirty="0">
                <a:solidFill>
                  <a:srgbClr val="DCE7FF"/>
                </a:solidFill>
              </a:rPr>
              <a:t> tell you nothing useful.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7B8"/>
                </a:solidFill>
              </a:rPr>
              <a:t>3 gaps no existing app solves together for Indian users: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205740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126480" y="2240280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12280" y="2167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</a:rPr>
              <a:t>No Indian PDF support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</a:rPr>
              <a:t>SBI, HDFC, ICICI, Axis all use different layouts. Apps rely on SMS parsing (now blocked) or manual entry.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3355848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3538728"/>
            <a:ext cx="50292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3538728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34655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</a:rPr>
              <a:t>Advice is just arithmetic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381304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</a:rPr>
              <a:t>“You spent 30% more on food” is a chart, not guidance. It never says what to change.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4654296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4837176"/>
            <a:ext cx="502920" cy="502920"/>
          </a:xfrm>
          <a:prstGeom prst="rect">
            <a:avLst/>
          </a:prstGeom>
          <a:solidFill>
            <a:srgbClr val="1A73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26480" y="4837176"/>
            <a:ext cx="502920" cy="50292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47640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733"/>
                </a:solidFill>
              </a:rPr>
              <a:t>No plan from real data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5111496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7"/>
                </a:solidFill>
              </a:rPr>
              <a:t>No app reads your statement and builds a realistic next-month budget from how you actually spend.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7B8"/>
                </a:solidFill>
              </a:rPr>
              <a:t>Objectives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Parse Indian bank statement PDFs/CSVs (SBI, HDFC, ICICI, Axis)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Classify cryptic UPI/NEFT/NACH/POS descriptions into categories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Dashboard: income, expense, savings rate, category trends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AI advisory grounded in the user’s actual transactions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RAG chatbot to answer free-form questions on spending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Privacy-first: local LLM (Ollama) in the final version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A260"/>
                </a:solidFill>
              </a:rPr>
              <a:t>Scope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A260"/>
                </a:solidFill>
              </a:rPr>
              <a:t>IN SCOPE
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733"/>
                </a:solidFill>
              </a:rPr>
              <a:t>Web app · PDF/CSV parsing · manual entry · classification · analytics · AI advisory · RAG chat · Indian salary (PF/HRA/TDS) model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B7787"/>
                </a:solidFill>
              </a:rPr>
              <a:t>OUT OF SCOPE (v1)
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6B7787"/>
                </a:solidFill>
              </a:rPr>
              <a:t>Investment portfolio tracking · real-time bank API linking · multi-currency · native mobile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7"/>
                </a:solidFill>
              </a:rPr>
              <a:t>Six modules over Flask + SQLite, with a swappable AI provider</a:t>
            </a:r>
            <a:endParaRPr lang="en-US" sz="1400" dirty="0"/>
          </a:p>
        </p:txBody>
      </p:sp>
      <p:pic>
        <p:nvPicPr>
          <p:cNvPr id="4" name="Image 0" descr="/tmp/diagrams_out/01_system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63040"/>
            <a:ext cx="859536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509760" y="155448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46920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46920" y="188366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HTML · CSS · Chart.js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509760" y="232257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4692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Backend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46920" y="265176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Flask · SQLAlchemy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509760" y="309067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646920" y="3145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Database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341985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SQLite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509760" y="385876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64692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Parsing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46920" y="418795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pdfplumber · pandas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509760" y="462686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4692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AI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495604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Gemini → Ollama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509760" y="539496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646920" y="5449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57B8"/>
                </a:solidFill>
              </a:rPr>
              <a:t>RAG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646920" y="572414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7"/>
                </a:solidFill>
              </a:rPr>
              <a:t>MiniLM + cosine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— Parsing &amp; NLP Classification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7B8"/>
                </a:solidFill>
              </a:rPr>
              <a:t>1 · PDF / CSV Parsing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pdfplumber extracts tables page-by-page; pandas reads CSV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Auto-maps Date / Narration / Debit / Credit columns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Handles mixed date formats &amp; ₹1,23,456 separators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Normalises every row → (date, description, amount, type)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7B8"/>
                </a:solidFill>
              </a:rPr>
              <a:t>2 · Transaction 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India-aware rule engine over the raw description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SWIGGY → Food · LIC → Insurance · NETFLIX → Subscriptions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Detects UPI / NEFT / NACH / POS / IMPS method markers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</a:rPr>
              <a:t>17 categories; unknown → Others, user can re-categorise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461772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4754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57B8"/>
                </a:solidFill>
              </a:rPr>
              <a:t>Example
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</a:rPr>
              <a:t>“UPI-SWIGGY-OKAXIS-XXXX1234”  →  Food &amp; Dining  (method: UPI)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Advisory &amp; RAG Chatbot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1457B8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Savings Advisory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5720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</a:rPr>
              <a:t>Chain-of-thought prompt over the categorised monthly summary produces specific, rupee-level advice — not generic tips.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“Your Swiggy + Zomato spend is Rs.1,348. Capping to 3 orders/week saves about Rs.800 next month.”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Provider: Gemini now → Ollama (local) later. Deterministic fallback if offline — the demo never breaks.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508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7B8"/>
                </a:solidFill>
              </a:rPr>
              <a:t>RAG Chatbot (retrieval pipeline)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99632" y="2148840"/>
            <a:ext cx="457200" cy="45720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2057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</a:rPr>
              <a:t>Embed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23682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</a:rPr>
              <a:t>Question → vector (MiniLM, 384-d)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944368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3127248"/>
            <a:ext cx="457200" cy="45720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3035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</a:rPr>
              <a:t>Search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2280" y="3346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</a:rPr>
              <a:t>Cosine similarity vs stored transaction vectors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922776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4105656"/>
            <a:ext cx="457200" cy="45720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4105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40142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</a:rPr>
              <a:t>Aggregate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12280" y="43251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</a:rPr>
              <a:t>Exact SQL totals so numbers are never hallucinated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4901184"/>
            <a:ext cx="5669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9632" y="5084064"/>
            <a:ext cx="457200" cy="45720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5084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49926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</a:rPr>
              <a:t>Generate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12280" y="53035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7"/>
                </a:solidFill>
              </a:rPr>
              <a:t>Top-K + totals → LLM → grounded answer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7"/>
                </a:solidFill>
              </a:rPr>
              <a:t>Five clean screens: Dashboard · Add · View · Tracker · Chat</a:t>
            </a:r>
            <a:endParaRPr lang="en-US" sz="1400" dirty="0"/>
          </a:p>
        </p:txBody>
      </p:sp>
      <p:pic>
        <p:nvPicPr>
          <p:cNvPr id="4" name="Image 0" descr="/tmp/diagrams_out/02_use_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109728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&amp;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73E8"/>
                </a:solidFill>
              </a:rPr>
              <a:t>100%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7"/>
                </a:solidFill>
              </a:rPr>
              <a:t>Core app working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A260"/>
                </a:solidFill>
              </a:rPr>
              <a:t>17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7"/>
                </a:solidFill>
              </a:rPr>
              <a:t>Spend categories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57B8"/>
                </a:solidFill>
              </a:rPr>
              <a:t>30+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7"/>
                </a:solidFill>
              </a:rPr>
              <a:t>Txns parsed in demo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5544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89720" y="16916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73E8"/>
                </a:solidFill>
              </a:rPr>
              <a:t>6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897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7"/>
                </a:solidFill>
              </a:rPr>
              <a:t>Backend modules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11155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F0FE"/>
            </a:solidFill>
            <a:prstDash val="solid"/>
          </a:ln>
          <a:effectLst>
            <a:outerShdw sx="100000" sy="100000" kx="0" ky="0" algn="bl" rotWithShape="0" blurRad="101600" dist="25400" dir="8100000">
              <a:srgbClr val="1457B8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A260"/>
                </a:solidFill>
              </a:rPr>
              <a:t>Done so far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</a:rPr>
              <a:t>Auth, dashboard, add-entry, view/database, tracker, chat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</a:rPr>
              <a:t>PDF/CSV parser + India-aware classifier (verified end-to-end)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</a:rPr>
              <a:t>AI advisory + RAG chatbot with offline fallback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</a:rPr>
              <a:t>Clean white/blue UI; SQLite persistence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7B8"/>
                </a:solidFill>
              </a:rPr>
              <a:t>Demo flow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37490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733"/>
                </a:solidFill>
              </a:rPr>
              <a:t>Register → land on empty dashboard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733"/>
                </a:solidFill>
              </a:rPr>
              <a:t>Upload one month statement (CSV/PDF)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733"/>
                </a:solidFill>
              </a:rPr>
              <a:t>Transactions auto-categorised → dashboard fills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F2733"/>
                </a:solidFill>
              </a:rPr>
              <a:t>Ask chatbot: “how much on Amazon?” → exact total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SmartEdit AI  ·  Mid-Semester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7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57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to Completion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1A73E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Now – Wk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371600"/>
            <a:ext cx="7955280" cy="731520"/>
          </a:xfrm>
          <a:prstGeom prst="roundRect">
            <a:avLst>
              <a:gd name="adj" fmla="val 7500"/>
            </a:avLst>
          </a:prstGeom>
          <a:solidFill>
            <a:srgbClr val="21407A"/>
          </a:solidFill>
          <a:ln/>
        </p:spPr>
      </p:sp>
      <p:sp>
        <p:nvSpPr>
          <p:cNvPr id="6" name="Text 4"/>
          <p:cNvSpPr/>
          <p:nvPr/>
        </p:nvSpPr>
        <p:spPr>
          <a:xfrm>
            <a:off x="361188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</a:rPr>
              <a:t>Add more bank PDF formats; refine parser edge cases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86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3 – 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7955280" cy="731520"/>
          </a:xfrm>
          <a:prstGeom prst="roundRect">
            <a:avLst>
              <a:gd name="adj" fmla="val 7500"/>
            </a:avLst>
          </a:prstGeom>
          <a:solidFill>
            <a:srgbClr val="21407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2860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</a:rPr>
              <a:t>Lightweight ML classifier for ambiguous descriptions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5 – 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3200400"/>
            <a:ext cx="7955280" cy="731520"/>
          </a:xfrm>
          <a:prstGeom prst="roundRect">
            <a:avLst>
              <a:gd name="adj" fmla="val 7500"/>
            </a:avLst>
          </a:prstGeom>
          <a:solidFill>
            <a:srgbClr val="21407A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32004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</a:rPr>
              <a:t>Indian salary (CTC/PF/TDS) module + savings goals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Wk 7 – 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4114800"/>
            <a:ext cx="7955280" cy="731520"/>
          </a:xfrm>
          <a:prstGeom prst="roundRect">
            <a:avLst>
              <a:gd name="adj" fmla="val 7500"/>
            </a:avLst>
          </a:prstGeom>
          <a:solidFill>
            <a:srgbClr val="21407A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41148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F"/>
                </a:solidFill>
              </a:rPr>
              <a:t>Swap Gemini → Ollama (local), evaluate advisory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Upload your statement. See where every rupee went. Plan better.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SmartEdit AI — Mid-Semester Review</dc:title>
  <dc:subject>PptxGenJS Presentation</dc:subject>
  <dc:creator>Shyam Sundar</dc:creator>
  <cp:lastModifiedBy>Shyam Sundar</cp:lastModifiedBy>
  <cp:revision>1</cp:revision>
  <dcterms:created xsi:type="dcterms:W3CDTF">2026-06-21T18:53:38Z</dcterms:created>
  <dcterms:modified xsi:type="dcterms:W3CDTF">2026-06-21T18:53:38Z</dcterms:modified>
</cp:coreProperties>
</file>